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64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kb0023/houserentpredictiondataset/data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3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DSC680</a:t>
            </a:r>
          </a:p>
          <a:p>
            <a:r>
              <a:rPr lang="en-US" dirty="0"/>
              <a:t>Ryan Frank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want to explore predicting rents for houses based on available information about features of the house.</a:t>
            </a:r>
          </a:p>
          <a:p>
            <a:r>
              <a:rPr lang="en-US" dirty="0"/>
              <a:t>I think something like this could be a tool used by prospective renters looking to get an idea on the range of expected rents given a location and a selection of desired features.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6D499-E73E-BF4C-3F15-53473384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2E3A074-86BC-C5BD-2F84-E0F577AE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1DEEC3-FB9C-E6E1-00B9-7DE35382D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will be using the Kaggle dataset house-rent-prediction-dataset (</a:t>
            </a:r>
            <a:r>
              <a:rPr lang="en-US" u="sng" dirty="0">
                <a:hlinkClick r:id="rId2"/>
              </a:rPr>
              <a:t>https://www.kaggle.com/datasets/rkb0023/houserentpredictiondataset/data</a:t>
            </a:r>
            <a:r>
              <a:rPr lang="en-US" dirty="0"/>
              <a:t>). </a:t>
            </a:r>
          </a:p>
          <a:p>
            <a:r>
              <a:rPr lang="en-US" dirty="0"/>
              <a:t>This data set was reportedly collected from craigslist lists in 2020.</a:t>
            </a:r>
          </a:p>
          <a:p>
            <a:r>
              <a:rPr lang="en-US" dirty="0"/>
              <a:t>This data is in the public domain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F10AED-168E-E569-DB22-8A5102012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19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7FB2-1FD6-18FC-49CE-6F016CC5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0E88FA3-C4AE-EEC2-FFB0-A0B7458D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7967BF-8C6D-CA68-22AC-411644AB6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Price – monthly rent</a:t>
            </a:r>
          </a:p>
          <a:p>
            <a:r>
              <a:rPr lang="en-US" dirty="0"/>
              <a:t>Region – Region property was posted on craigslist</a:t>
            </a:r>
          </a:p>
          <a:p>
            <a:r>
              <a:rPr lang="en-US" dirty="0"/>
              <a:t>State – State listing is in</a:t>
            </a:r>
          </a:p>
          <a:p>
            <a:r>
              <a:rPr lang="en-US" dirty="0" err="1"/>
              <a:t>SqFeet</a:t>
            </a:r>
            <a:r>
              <a:rPr lang="en-US" dirty="0"/>
              <a:t> – Square feet of listing</a:t>
            </a:r>
          </a:p>
          <a:p>
            <a:r>
              <a:rPr lang="en-US" dirty="0"/>
              <a:t>Beds – Number of bedrooms in listing</a:t>
            </a:r>
          </a:p>
          <a:p>
            <a:r>
              <a:rPr lang="en-US" dirty="0"/>
              <a:t>Bath – Number of bathrooms in listing</a:t>
            </a:r>
          </a:p>
          <a:p>
            <a:r>
              <a:rPr lang="en-US" dirty="0"/>
              <a:t>Cat/Dogs/Smoking Allowed</a:t>
            </a:r>
          </a:p>
          <a:p>
            <a:r>
              <a:rPr lang="en-US" dirty="0"/>
              <a:t>Presence of EV hookups, wheelchair access</a:t>
            </a:r>
          </a:p>
          <a:p>
            <a:r>
              <a:rPr lang="en-US" dirty="0"/>
              <a:t>Type of listing</a:t>
            </a:r>
          </a:p>
          <a:p>
            <a:r>
              <a:rPr lang="en-US" dirty="0"/>
              <a:t>Laundry and Parking options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73453-1D99-6479-BDEE-E64CB250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7470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1E6DF-ADC2-9CE4-CC68-99A5DC5D7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FECBBE-CFD7-41D0-9A61-F8525783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3D4D3-E094-3924-B208-9DC231FC4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Original intention was to use Lasso regression model</a:t>
            </a:r>
          </a:p>
          <a:p>
            <a:r>
              <a:rPr lang="en-US" dirty="0"/>
              <a:t>Also use K-fold cross-validation to find the best lambda to use for the Lasso regression model by minimizing RMSE</a:t>
            </a:r>
          </a:p>
          <a:p>
            <a:r>
              <a:rPr lang="en-US" dirty="0"/>
              <a:t>Initial result returned a value of 0.99</a:t>
            </a:r>
          </a:p>
          <a:p>
            <a:r>
              <a:rPr lang="en-US" dirty="0"/>
              <a:t>Also tried an ordinary least squares linear regression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ACB73-8F15-BE08-EBCD-F2C9D565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85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5DEEC-4B78-1A7C-3067-48661B27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C2CFBE-C313-A353-F908-9515F13E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73FBAC-0F8B-3E0B-E7C9-7F80BAFC8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Some exploration does not give us the results we are looking for</a:t>
            </a:r>
          </a:p>
          <a:p>
            <a:r>
              <a:rPr lang="en-US" dirty="0"/>
              <a:t>Final results from both approaches for modeling resulted in predictions that were significantly worse than random guesses.</a:t>
            </a:r>
          </a:p>
          <a:p>
            <a:r>
              <a:rPr lang="en-US" dirty="0"/>
              <a:t>Suggests that there is either an issue with the process or the dataset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C1838B-5178-147D-0F90-C6C6A8A4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60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1BCB-A011-2B45-55B2-B6A87045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EA31B8-6596-4D92-56F3-1B24B503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6769BA-0111-2428-BDD5-9DA3412270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Ideas for improvement</a:t>
            </a:r>
          </a:p>
          <a:p>
            <a:r>
              <a:rPr lang="en-US" dirty="0"/>
              <a:t>Additional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734818-25FB-C4C1-773A-782C964B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678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96</TotalTime>
  <Words>265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Trade Gothic LT Pro</vt:lpstr>
      <vt:lpstr>Trebuchet MS</vt:lpstr>
      <vt:lpstr>Office Theme</vt:lpstr>
      <vt:lpstr>Project 3 Presentation</vt:lpstr>
      <vt:lpstr>Problem Statement</vt:lpstr>
      <vt:lpstr>Data Set</vt:lpstr>
      <vt:lpstr>Features</vt:lpstr>
      <vt:lpstr>Modeling</vt:lpstr>
      <vt:lpstr>Results</vt:lpstr>
      <vt:lpstr>Further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Frank</dc:creator>
  <cp:lastModifiedBy>Ryan Frank</cp:lastModifiedBy>
  <cp:revision>3</cp:revision>
  <dcterms:created xsi:type="dcterms:W3CDTF">2026-03-08T21:24:56Z</dcterms:created>
  <dcterms:modified xsi:type="dcterms:W3CDTF">2026-03-08T23:00:58Z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